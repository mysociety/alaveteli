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17e8fc62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17e8fc6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a:t>Interesting</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Lorem ipsum dolor sit amet</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a:t>Aliquam erat volutpat. Curabitur ut elit nec dolor euismod auctor. Duis imperdiet metus turpis, sed consectetur ipsum vulputate in. Nam dapibus nunc nec purus euismod, quis tristique turpis vulputate. Vestibulum mauris ante, viverra nec nulla sed, euismod bibendum turpis. Nullam venenatis condimentum suscipit. Proin eleifend eros ornare, semper dolor ac, efficitur elit. Nullam at sodales mauris, ut tempus magna. Praesent bibendum cursus nulla tincidunt accumsan. Mauris eget tellus a ipsum bibendum venenatis eu ac massa. Fusce non metus a mauris pretium lobortis sed id mi. Nulla mauris ligula, vulputate a purus at, tristique finibus massa. Sed eros tortor, lacinia ut tortor non, placerat ullamcorper ligula. Praesent ac aliquam quam. Praesent porta lacinia dolor.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